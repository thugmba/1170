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C7799-029E-F171-FD50-4229DA42A2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A31AA-ED9C-D8D0-4794-6211AEC848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9A5FA-2B89-36A5-EB50-90FFD6E26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8C2A-0BF7-4E68-8460-44985CE33B9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C430C-618E-3C96-1D89-9E61B84C0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73C27-ABEB-4095-EA44-925B4EBAE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6A82C-43CF-4A9F-996B-DB3054B0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301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2B2F-1423-BBBB-09F4-98BCCC6CC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00A6A-5522-21EB-555A-3CC054E78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023E3-557D-148E-A2B6-13D09FC6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8C2A-0BF7-4E68-8460-44985CE33B9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4311B-AFF1-2B65-B747-5926B55B3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00B9C-EECE-DA9B-5A61-11BE87DC7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6A82C-43CF-4A9F-996B-DB3054B0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659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B90FD-248A-62FD-53DF-0FC98D080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15A69-F556-0661-75D6-589C6883D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CA631-D6ED-5DCD-A6AF-75D16B1C4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8C2A-0BF7-4E68-8460-44985CE33B9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EAEA9-23F2-0AB4-A7B4-91CCD352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23792-D6ED-BBB6-B016-1F356A951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6A82C-43CF-4A9F-996B-DB3054B0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3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B5E1A-8AA9-0539-4126-DB8410413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AD4A3-0495-94A4-809E-7E3B600FF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3E94F-F199-7124-9913-18F929A10E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D8F7C-6491-50B3-13B8-D47E91ECA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8C2A-0BF7-4E68-8460-44985CE33B9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23AE0-9171-5E06-B296-887FE993A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545D0-CE5A-CF4A-A18F-8FB5F75D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6A82C-43CF-4A9F-996B-DB3054B0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76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528F4-C445-A0E5-725C-42E75002A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3D566-5A76-E543-3C92-039C4102F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828C5-B791-84BC-B3F3-70C0A862E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20A300-D2BE-AD0B-CBD7-E9A59DE4FE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47C470-6292-0C00-77CE-14035F2361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755965-6785-CC5D-6DA3-FA15D2C1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8C2A-0BF7-4E68-8460-44985CE33B9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4FE4F1-1CFA-C2B0-0D26-4ECE44B13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FEFF83-A822-CD16-0F41-BAB9B56F4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6A82C-43CF-4A9F-996B-DB3054B0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844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C7399-A5E9-65F9-30D4-3A2EE4C66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BC71EA-D65C-C516-F1D8-6320A87C0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8C2A-0BF7-4E68-8460-44985CE33B9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5DBB5E-FD1D-2515-EFB3-48CACE673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1EF03-1ED3-753A-2934-AE4A9615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6A82C-43CF-4A9F-996B-DB3054B0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56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1C7490-DF93-FA8C-A59D-9D19E91CF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8C2A-0BF7-4E68-8460-44985CE33B9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E97C49-64E6-72F2-E46D-BB8683B12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F0713-B28E-47F3-E436-319A251DA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6A82C-43CF-4A9F-996B-DB3054B0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05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DB42F-DA77-EA0B-3F17-63A25C54D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A3E89-13B0-4BD5-3285-50C929D6F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48054-1984-7698-B313-690C181A4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7402E-5FFD-D1A4-BE71-9C1E5A085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8C2A-0BF7-4E68-8460-44985CE33B9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ADF77-7834-5422-BEF9-8304E091A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60BC7-C236-9B31-E13E-F1885D8B1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6A82C-43CF-4A9F-996B-DB3054B0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750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3825-2BED-DE2E-62CC-D6FC4865A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6B6331-2AC2-A29C-6482-4B2D2B4EAC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E4C31-B1CD-1FE6-E4CD-5C995AF38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03EE4-79FA-E547-B489-1E2656D53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8C2A-0BF7-4E68-8460-44985CE33B9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37C7E-95A7-8172-BA8A-34CBE8B12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AC9DE-3DA9-9C9A-0451-604C5E8B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6A82C-43CF-4A9F-996B-DB3054B0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89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6CB04-2D34-3229-B9D5-7D48EA1B1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C5E870-C9AD-8C7A-D7A8-D8170111C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8C7DA-D770-022C-0B47-35179A26D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8C2A-0BF7-4E68-8460-44985CE33B9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02576-8740-E238-FBFB-463A2652E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5B23D-CEA7-057C-18C4-0DBDD253C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6A82C-43CF-4A9F-996B-DB3054B0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794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3B2BC6-B33E-E381-BBCF-D25FF64FB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DEB9F5-2AF6-5501-D760-AFD18695E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F8361-2A67-A12B-2EBF-20047215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8C2A-0BF7-4E68-8460-44985CE33B9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6F18D-91BC-5B3F-67BE-B4DE13793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5E51E-F644-2827-BA86-D38478CDB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6A82C-43CF-4A9F-996B-DB3054B0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646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EA7F72-1FB7-473E-E097-4CF1C4C66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7EDF9-AF87-A4A0-E55B-741AA5479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0D82E-617E-86FF-5483-BFE17BF28A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D8C2A-0BF7-4E68-8460-44985CE33B9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A35B4-042A-09BB-AD92-C227BCD79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D9A61-268D-F018-0963-A79AE4308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56A82C-43CF-4A9F-996B-DB3054B0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42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2FEF8D2-BA5E-D4C5-D8F5-71DDF8553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85900"/>
            <a:ext cx="114300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F62891E-3722-0E21-A49B-3F79DDD92C8C}"/>
              </a:ext>
            </a:extLst>
          </p:cNvPr>
          <p:cNvSpPr/>
          <p:nvPr/>
        </p:nvSpPr>
        <p:spPr>
          <a:xfrm>
            <a:off x="5158032" y="1485900"/>
            <a:ext cx="2249531" cy="3886200"/>
          </a:xfrm>
          <a:prstGeom prst="rect">
            <a:avLst/>
          </a:prstGeom>
          <a:solidFill>
            <a:srgbClr val="02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60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2FEF8D2-BA5E-D4C5-D8F5-71DDF8553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85900"/>
            <a:ext cx="114300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6307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金泰星(bkim)</dc:creator>
  <cp:lastModifiedBy>金泰星(bkim)</cp:lastModifiedBy>
  <cp:revision>1</cp:revision>
  <dcterms:created xsi:type="dcterms:W3CDTF">2026-09-15T00:53:17Z</dcterms:created>
  <dcterms:modified xsi:type="dcterms:W3CDTF">2026-09-15T00:55:16Z</dcterms:modified>
</cp:coreProperties>
</file>